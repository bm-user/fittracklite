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601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FitTrack Lite — Low-fidelity layout sketch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Boxes and labels only (course wireframe). Edit freely in PowerPoint.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06698" cy="5486400"/>
          </a:xfrm>
          <a:prstGeom prst="roundRect">
            <a:avLst>
              <a:gd name="adj" fmla="val 1014"/>
            </a:avLst>
          </a:prstGeom>
          <a:solidFill>
            <a:srgbClr val="F7F7F7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1.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40938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17904"/>
            <a:ext cx="30946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Header: logo + Dashboard | Workouts | Add Workout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3240938" cy="502920"/>
          </a:xfrm>
          <a:prstGeom prst="rect">
            <a:avLst/>
          </a:prstGeom>
          <a:solidFill>
            <a:srgbClr val="ECECEC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20240"/>
            <a:ext cx="309463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3 stat cards: totals, kcal, weekly progress bar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240938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78024"/>
            <a:ext cx="309463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Daily Motivation (fetch / API Ninjas quote)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3240938" cy="347472"/>
          </a:xfrm>
          <a:prstGeom prst="rect">
            <a:avLst/>
          </a:prstGeom>
          <a:solidFill>
            <a:srgbClr val="FFF9C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19856"/>
            <a:ext cx="30946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Suggested focus (e.g. Try Cardio today)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3240938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822192"/>
            <a:ext cx="309463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Recent workouts — horizontal cards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2498" y="960120"/>
            <a:ext cx="3606698" cy="5486400"/>
          </a:xfrm>
          <a:prstGeom prst="roundRect">
            <a:avLst>
              <a:gd name="adj" fmla="val 1014"/>
            </a:avLst>
          </a:prstGeom>
          <a:solidFill>
            <a:srgbClr val="F7F7F7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9658" y="1069848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2. Workouts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75378" y="1463040"/>
            <a:ext cx="3240938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8530" y="1517904"/>
            <a:ext cx="30946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Header: Add Workout + menu (mobile)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75378" y="1865376"/>
            <a:ext cx="155565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8530" y="1920240"/>
            <a:ext cx="140934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Filter dropdown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0666" y="1865376"/>
            <a:ext cx="155565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3818" y="1920240"/>
            <a:ext cx="140934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Search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75378" y="2267712"/>
            <a:ext cx="143301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8530" y="2322576"/>
            <a:ext cx="12867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Card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4700" y="2267712"/>
            <a:ext cx="143301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7852" y="2322576"/>
            <a:ext cx="12867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Card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75378" y="2944368"/>
            <a:ext cx="143301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8530" y="2999232"/>
            <a:ext cx="12867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Card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4700" y="2944368"/>
            <a:ext cx="143301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7852" y="2999232"/>
            <a:ext cx="12867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Card 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75378" y="3621024"/>
            <a:ext cx="143301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8530" y="3675888"/>
            <a:ext cx="12867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Card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54700" y="3621024"/>
            <a:ext cx="143301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7852" y="3675888"/>
            <a:ext cx="12867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Card 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19237" y="960120"/>
            <a:ext cx="3606698" cy="5486400"/>
          </a:xfrm>
          <a:prstGeom prst="roundRect">
            <a:avLst>
              <a:gd name="adj" fmla="val 1014"/>
            </a:avLst>
          </a:prstGeom>
          <a:solidFill>
            <a:srgbClr val="F7F7F7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6397" y="1069848"/>
            <a:ext cx="33323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3. Add Workout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402117" y="1463040"/>
            <a:ext cx="3240938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75269" y="1517904"/>
            <a:ext cx="309463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Header (matches Workouts)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402117" y="1883664"/>
            <a:ext cx="324093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75269" y="1938528"/>
            <a:ext cx="30946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Workout Name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02117" y="2340864"/>
            <a:ext cx="324093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75269" y="2395728"/>
            <a:ext cx="30946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Category (dropdown)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02117" y="2798064"/>
            <a:ext cx="324093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5269" y="2852928"/>
            <a:ext cx="30946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Duration (mins)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02117" y="3255264"/>
            <a:ext cx="324093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75269" y="3310128"/>
            <a:ext cx="30946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Calories Burned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02117" y="3712464"/>
            <a:ext cx="1782516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75269" y="3767328"/>
            <a:ext cx="16362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Muscle + Get Exercises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281861" y="3712464"/>
            <a:ext cx="136119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55013" y="3767328"/>
            <a:ext cx="121489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Suggested list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02117" y="4151376"/>
            <a:ext cx="3240938" cy="365760"/>
          </a:xfrm>
          <a:prstGeom prst="rect">
            <a:avLst/>
          </a:prstGeom>
          <a:solidFill>
            <a:srgbClr val="C8E6C9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75269" y="4206240"/>
            <a:ext cx="309463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+ Add Workout (submit) + JS validation / errors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FitTrack Lite – Low-fidelity wireframe</dc:title>
  <dc:subject>PptxGenJS Presentation</dc:subject>
  <dc:creator>FitTrack Lite</dc:creator>
  <cp:lastModifiedBy>FitTrack Lite</cp:lastModifiedBy>
  <cp:revision>1</cp:revision>
  <dcterms:created xsi:type="dcterms:W3CDTF">2026-04-13T23:24:15Z</dcterms:created>
  <dcterms:modified xsi:type="dcterms:W3CDTF">2026-04-13T23:24:15Z</dcterms:modified>
</cp:coreProperties>
</file>