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7153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601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2222"/>
                </a:solidFill>
              </a:rPr>
              <a:t>FitTrack Lite — Low-fidelity layout sketch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606698" cy="5486400"/>
          </a:xfrm>
          <a:prstGeom prst="roundRect">
            <a:avLst>
              <a:gd name="adj" fmla="val 1014"/>
            </a:avLst>
          </a:prstGeom>
          <a:solidFill>
            <a:srgbClr val="F7F7F7"/>
          </a:solidFill>
          <a:ln w="190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502920" y="1069848"/>
            <a:ext cx="33323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</a:rPr>
              <a:t>1. Home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240938" cy="384048"/>
          </a:xfrm>
          <a:prstGeom prst="rect">
            <a:avLst/>
          </a:prstGeom>
          <a:solidFill>
            <a:srgbClr val="ECECEC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621792" y="1517904"/>
            <a:ext cx="309463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Header: FitTrack Lite Nav: Home | Workouts | Log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24093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7"/>
          <p:cNvSpPr/>
          <p:nvPr/>
        </p:nvSpPr>
        <p:spPr>
          <a:xfrm>
            <a:off x="621792" y="1975104"/>
            <a:ext cx="3094634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Intro / hero copy area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240938" cy="1005840"/>
          </a:xfrm>
          <a:prstGeom prst="rect">
            <a:avLst/>
          </a:prstGeom>
          <a:solidFill>
            <a:srgbClr val="EEF6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621792" y="2843784"/>
            <a:ext cx="3094634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Live widget (fetch)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API Ninjas: quote or weather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3240938" cy="502920"/>
          </a:xfrm>
          <a:prstGeom prst="rect">
            <a:avLst/>
          </a:prstGeom>
          <a:solidFill>
            <a:srgbClr val="F0F0F0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11"/>
          <p:cNvSpPr/>
          <p:nvPr/>
        </p:nvSpPr>
        <p:spPr>
          <a:xfrm>
            <a:off x="621792" y="3941064"/>
            <a:ext cx="3094634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Footer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92498" y="960120"/>
            <a:ext cx="3606698" cy="5486400"/>
          </a:xfrm>
          <a:prstGeom prst="roundRect">
            <a:avLst>
              <a:gd name="adj" fmla="val 1014"/>
            </a:avLst>
          </a:prstGeom>
          <a:solidFill>
            <a:srgbClr val="F7F7F7"/>
          </a:solidFill>
          <a:ln w="190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5" name="Text 13"/>
          <p:cNvSpPr/>
          <p:nvPr/>
        </p:nvSpPr>
        <p:spPr>
          <a:xfrm>
            <a:off x="4429658" y="1069848"/>
            <a:ext cx="33323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</a:rPr>
              <a:t>2. Workouts (gallery)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75378" y="1463040"/>
            <a:ext cx="3240938" cy="384048"/>
          </a:xfrm>
          <a:prstGeom prst="rect">
            <a:avLst/>
          </a:prstGeom>
          <a:solidFill>
            <a:srgbClr val="ECECEC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7" name="Text 15"/>
          <p:cNvSpPr/>
          <p:nvPr/>
        </p:nvSpPr>
        <p:spPr>
          <a:xfrm>
            <a:off x="4548530" y="1517904"/>
            <a:ext cx="309463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Same header + nav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75378" y="1920240"/>
            <a:ext cx="324093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7"/>
          <p:cNvSpPr/>
          <p:nvPr/>
        </p:nvSpPr>
        <p:spPr>
          <a:xfrm>
            <a:off x="4548530" y="1975104"/>
            <a:ext cx="3094634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Search / filter (live input)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75378" y="2359152"/>
            <a:ext cx="143301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1" name="Text 19"/>
          <p:cNvSpPr/>
          <p:nvPr/>
        </p:nvSpPr>
        <p:spPr>
          <a:xfrm>
            <a:off x="4548530" y="2414016"/>
            <a:ext cx="12867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54700" y="2359152"/>
            <a:ext cx="143301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3" name="Text 21"/>
          <p:cNvSpPr/>
          <p:nvPr/>
        </p:nvSpPr>
        <p:spPr>
          <a:xfrm>
            <a:off x="6127852" y="2414016"/>
            <a:ext cx="12867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475378" y="3035808"/>
            <a:ext cx="143301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Text 23"/>
          <p:cNvSpPr/>
          <p:nvPr/>
        </p:nvSpPr>
        <p:spPr>
          <a:xfrm>
            <a:off x="4548530" y="3090672"/>
            <a:ext cx="12867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54700" y="3035808"/>
            <a:ext cx="143301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7" name="Text 25"/>
          <p:cNvSpPr/>
          <p:nvPr/>
        </p:nvSpPr>
        <p:spPr>
          <a:xfrm>
            <a:off x="6127852" y="3090672"/>
            <a:ext cx="12867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475378" y="3712464"/>
            <a:ext cx="143301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9" name="Text 27"/>
          <p:cNvSpPr/>
          <p:nvPr/>
        </p:nvSpPr>
        <p:spPr>
          <a:xfrm>
            <a:off x="4548530" y="3767328"/>
            <a:ext cx="12867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Card 5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54700" y="3712464"/>
            <a:ext cx="143301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1" name="Text 29"/>
          <p:cNvSpPr/>
          <p:nvPr/>
        </p:nvSpPr>
        <p:spPr>
          <a:xfrm>
            <a:off x="6127852" y="3767328"/>
            <a:ext cx="1286713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Card 6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219237" y="960120"/>
            <a:ext cx="3606698" cy="5486400"/>
          </a:xfrm>
          <a:prstGeom prst="roundRect">
            <a:avLst>
              <a:gd name="adj" fmla="val 1014"/>
            </a:avLst>
          </a:prstGeom>
          <a:solidFill>
            <a:srgbClr val="F7F7F7"/>
          </a:solidFill>
          <a:ln w="1905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8356397" y="1069848"/>
            <a:ext cx="333237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</a:rPr>
              <a:t>3. Log workout (form)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402117" y="1463040"/>
            <a:ext cx="3240938" cy="384048"/>
          </a:xfrm>
          <a:prstGeom prst="rect">
            <a:avLst/>
          </a:prstGeom>
          <a:solidFill>
            <a:srgbClr val="ECECEC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5" name="Text 33"/>
          <p:cNvSpPr/>
          <p:nvPr/>
        </p:nvSpPr>
        <p:spPr>
          <a:xfrm>
            <a:off x="8475269" y="1517904"/>
            <a:ext cx="309463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Same header + nav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402117" y="1938528"/>
            <a:ext cx="324093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7" name="Text 35"/>
          <p:cNvSpPr/>
          <p:nvPr/>
        </p:nvSpPr>
        <p:spPr>
          <a:xfrm>
            <a:off x="8475269" y="1993392"/>
            <a:ext cx="309463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Activity / type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402117" y="2505456"/>
            <a:ext cx="324093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8475269" y="2560320"/>
            <a:ext cx="309463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Duration (minutes)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02117" y="3072384"/>
            <a:ext cx="324093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39"/>
          <p:cNvSpPr/>
          <p:nvPr/>
        </p:nvSpPr>
        <p:spPr>
          <a:xfrm>
            <a:off x="8475269" y="3127248"/>
            <a:ext cx="309463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Date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402117" y="3639312"/>
            <a:ext cx="3240938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3" name="Text 41"/>
          <p:cNvSpPr/>
          <p:nvPr/>
        </p:nvSpPr>
        <p:spPr>
          <a:xfrm>
            <a:off x="8475269" y="3694176"/>
            <a:ext cx="309463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</a:rPr>
              <a:t>Notes (optional)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02117" y="4206240"/>
            <a:ext cx="1458422" cy="384048"/>
          </a:xfrm>
          <a:prstGeom prst="rect">
            <a:avLst/>
          </a:prstGeom>
          <a:solidFill>
            <a:srgbClr val="E8F5E9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43"/>
          <p:cNvSpPr/>
          <p:nvPr/>
        </p:nvSpPr>
        <p:spPr>
          <a:xfrm>
            <a:off x="8475269" y="4261104"/>
            <a:ext cx="131211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</a:rPr>
              <a:t>Submit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184633" y="4206240"/>
            <a:ext cx="1458422" cy="384048"/>
          </a:xfrm>
          <a:prstGeom prst="rect">
            <a:avLst/>
          </a:prstGeom>
          <a:solidFill>
            <a:srgbClr val="FFF8E1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7" name="Text 45"/>
          <p:cNvSpPr/>
          <p:nvPr/>
        </p:nvSpPr>
        <p:spPr>
          <a:xfrm>
            <a:off x="10257785" y="4261104"/>
            <a:ext cx="1312118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Custom error messages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</a:rPr>
              <a:t>(near fields)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</Words>
  <Application>Microsoft Office PowerPoint</Application>
  <PresentationFormat>Widescreen</PresentationFormat>
  <Paragraphs>26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FitTrack Lite – Low-fidelity wireframe</dc:title>
  <dc:subject>PptxGenJS Presentation</dc:subject>
  <dc:creator>FitTrack Lite</dc:creator>
  <cp:lastModifiedBy>Brinda Murali</cp:lastModifiedBy>
  <cp:revision>2</cp:revision>
  <dcterms:created xsi:type="dcterms:W3CDTF">2026-04-13T22:44:37Z</dcterms:created>
  <dcterms:modified xsi:type="dcterms:W3CDTF">2026-04-13T22:45:52Z</dcterms:modified>
</cp:coreProperties>
</file>